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 Bold Italics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Roboto" charset="1" panose="02000000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53083" y="354695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30524" y="7721828"/>
            <a:ext cx="2400390" cy="2400390"/>
          </a:xfrm>
          <a:custGeom>
            <a:avLst/>
            <a:gdLst/>
            <a:ahLst/>
            <a:cxnLst/>
            <a:rect r="r" b="b" t="t" l="l"/>
            <a:pathLst>
              <a:path h="2400390" w="2400390">
                <a:moveTo>
                  <a:pt x="0" y="0"/>
                </a:moveTo>
                <a:lnTo>
                  <a:pt x="2400390" y="0"/>
                </a:lnTo>
                <a:lnTo>
                  <a:pt x="2400390" y="2400390"/>
                </a:lnTo>
                <a:lnTo>
                  <a:pt x="0" y="2400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4254" y="1592127"/>
            <a:ext cx="6411069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102955"/>
                </a:solidFill>
                <a:latin typeface="Poppins Bold"/>
                <a:ea typeface="Poppins Bold"/>
                <a:cs typeface="Poppins Bold"/>
                <a:sym typeface="Poppins Bold"/>
              </a:rPr>
              <a:t>aLittleByte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706631"/>
            <a:ext cx="9821773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i="true">
                <a:solidFill>
                  <a:srgbClr val="102955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Gruppo 19 - A.A 2025/2026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321" y="5057775"/>
            <a:ext cx="8531679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02955"/>
                </a:solidFill>
                <a:latin typeface="Poppins"/>
                <a:ea typeface="Poppins"/>
                <a:cs typeface="Poppins"/>
                <a:sym typeface="Poppins"/>
              </a:rPr>
              <a:t>Team: Bellet Eleonora, Belluz Diego, Gastaldello Angelica, Kaneda Fernandes Vinicius Yuri, Maule Angela, Oloni Alex, Soligo Leonardo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321" y="9413278"/>
            <a:ext cx="369815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2955"/>
                </a:solidFill>
                <a:latin typeface="Roboto"/>
                <a:ea typeface="Roboto"/>
                <a:cs typeface="Roboto"/>
                <a:sym typeface="Roboto"/>
              </a:rPr>
              <a:t>email: </a:t>
            </a:r>
            <a:r>
              <a:rPr lang="en-US" sz="1599" u="sng">
                <a:solidFill>
                  <a:srgbClr val="102955"/>
                </a:solidFill>
                <a:latin typeface="Roboto"/>
                <a:ea typeface="Roboto"/>
                <a:cs typeface="Roboto"/>
                <a:sym typeface="Roboto"/>
              </a:rPr>
              <a:t>alittlebyte.swe@gmail.com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2226" y="9464201"/>
            <a:ext cx="586829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285772" y="84005"/>
            <a:ext cx="3358456" cy="1515503"/>
          </a:xfrm>
          <a:custGeom>
            <a:avLst/>
            <a:gdLst/>
            <a:ahLst/>
            <a:cxnLst/>
            <a:rect r="r" b="b" t="t" l="l"/>
            <a:pathLst>
              <a:path h="1515503" w="3358456">
                <a:moveTo>
                  <a:pt x="0" y="0"/>
                </a:moveTo>
                <a:lnTo>
                  <a:pt x="3358456" y="0"/>
                </a:lnTo>
                <a:lnTo>
                  <a:pt x="3358456" y="1515503"/>
                </a:lnTo>
                <a:lnTo>
                  <a:pt x="0" y="151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91935" y="9330414"/>
            <a:ext cx="66600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2/9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19588" y="4935288"/>
            <a:ext cx="8780" cy="38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393994" y="664227"/>
            <a:ext cx="6303239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Azienda proponente: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Capitolato C5: Nexum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38480" y="1513783"/>
            <a:ext cx="5754414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Visione d'Insieme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57671" y="3117867"/>
            <a:ext cx="10477681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Contesto Operativo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 sviluppare nuove funzionalità intelligenti e interoperabili per la piattaforma NEXUM, che migliorino la gestione HR, il dialogo con gli studi dei Consulenti del Lavoro e l'esperienza digitale dei dipendenti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93994" y="5083326"/>
            <a:ext cx="1022332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Ai Assistant Generativo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 AI Assistant per la creazione di contenuti in grado di adeguare stile e tono comunicativo a quello dell’azienda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57671" y="6539731"/>
            <a:ext cx="8705606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AI Co-Pilot per CdL:  riconoscere la tipologia di documenti caricati (cedolini, comunicazioni, documenti da firmare, ecc..) e i destinatari, direttamente dal documento e consegnarli ai destinatari anche in modo massivo. 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456681" y="2731186"/>
            <a:ext cx="5238278" cy="3208445"/>
          </a:xfrm>
          <a:custGeom>
            <a:avLst/>
            <a:gdLst/>
            <a:ahLst/>
            <a:cxnLst/>
            <a:rect r="r" b="b" t="t" l="l"/>
            <a:pathLst>
              <a:path h="3208445" w="5238278">
                <a:moveTo>
                  <a:pt x="0" y="0"/>
                </a:moveTo>
                <a:lnTo>
                  <a:pt x="5238278" y="0"/>
                </a:lnTo>
                <a:lnTo>
                  <a:pt x="5238278" y="3208445"/>
                </a:lnTo>
                <a:lnTo>
                  <a:pt x="0" y="3208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46923" y="3265484"/>
            <a:ext cx="2203725" cy="2139849"/>
          </a:xfrm>
          <a:custGeom>
            <a:avLst/>
            <a:gdLst/>
            <a:ahLst/>
            <a:cxnLst/>
            <a:rect r="r" b="b" t="t" l="l"/>
            <a:pathLst>
              <a:path h="2139849" w="2203725">
                <a:moveTo>
                  <a:pt x="0" y="0"/>
                </a:moveTo>
                <a:lnTo>
                  <a:pt x="2203724" y="0"/>
                </a:lnTo>
                <a:lnTo>
                  <a:pt x="2203724" y="2139849"/>
                </a:lnTo>
                <a:lnTo>
                  <a:pt x="0" y="2139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94997" y="320063"/>
            <a:ext cx="309800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Ambiente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85015" y="9330414"/>
            <a:ext cx="6798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542062" y="2331436"/>
            <a:ext cx="9203876" cy="4595429"/>
          </a:xfrm>
          <a:custGeom>
            <a:avLst/>
            <a:gdLst/>
            <a:ahLst/>
            <a:cxnLst/>
            <a:rect r="r" b="b" t="t" l="l"/>
            <a:pathLst>
              <a:path h="4595429" w="9203876">
                <a:moveTo>
                  <a:pt x="0" y="0"/>
                </a:moveTo>
                <a:lnTo>
                  <a:pt x="9203876" y="0"/>
                </a:lnTo>
                <a:lnTo>
                  <a:pt x="9203876" y="4595428"/>
                </a:lnTo>
                <a:lnTo>
                  <a:pt x="0" y="4595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63247" y="205369"/>
            <a:ext cx="276150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0355" y="9330414"/>
            <a:ext cx="70916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414602" y="1452046"/>
            <a:ext cx="2844698" cy="2844698"/>
          </a:xfrm>
          <a:custGeom>
            <a:avLst/>
            <a:gdLst/>
            <a:ahLst/>
            <a:cxnLst/>
            <a:rect r="r" b="b" t="t" l="l"/>
            <a:pathLst>
              <a:path h="2844698" w="2844698">
                <a:moveTo>
                  <a:pt x="0" y="0"/>
                </a:moveTo>
                <a:lnTo>
                  <a:pt x="2844698" y="0"/>
                </a:lnTo>
                <a:lnTo>
                  <a:pt x="2844698" y="2844698"/>
                </a:lnTo>
                <a:lnTo>
                  <a:pt x="0" y="2844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56620" y="4455681"/>
            <a:ext cx="5674021" cy="3191637"/>
          </a:xfrm>
          <a:custGeom>
            <a:avLst/>
            <a:gdLst/>
            <a:ahLst/>
            <a:cxnLst/>
            <a:rect r="r" b="b" t="t" l="l"/>
            <a:pathLst>
              <a:path h="3191637" w="5674021">
                <a:moveTo>
                  <a:pt x="0" y="0"/>
                </a:moveTo>
                <a:lnTo>
                  <a:pt x="5674021" y="0"/>
                </a:lnTo>
                <a:lnTo>
                  <a:pt x="5674021" y="3191636"/>
                </a:lnTo>
                <a:lnTo>
                  <a:pt x="0" y="3191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12814" y="4547428"/>
            <a:ext cx="3008142" cy="3008142"/>
          </a:xfrm>
          <a:custGeom>
            <a:avLst/>
            <a:gdLst/>
            <a:ahLst/>
            <a:cxnLst/>
            <a:rect r="r" b="b" t="t" l="l"/>
            <a:pathLst>
              <a:path h="3008142" w="3008142">
                <a:moveTo>
                  <a:pt x="0" y="0"/>
                </a:moveTo>
                <a:lnTo>
                  <a:pt x="3008143" y="0"/>
                </a:lnTo>
                <a:lnTo>
                  <a:pt x="3008143" y="3008142"/>
                </a:lnTo>
                <a:lnTo>
                  <a:pt x="0" y="3008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590" y="1602928"/>
            <a:ext cx="1647465" cy="2852753"/>
          </a:xfrm>
          <a:custGeom>
            <a:avLst/>
            <a:gdLst/>
            <a:ahLst/>
            <a:cxnLst/>
            <a:rect r="r" b="b" t="t" l="l"/>
            <a:pathLst>
              <a:path h="2852753" w="1647465">
                <a:moveTo>
                  <a:pt x="0" y="0"/>
                </a:moveTo>
                <a:lnTo>
                  <a:pt x="1647464" y="0"/>
                </a:lnTo>
                <a:lnTo>
                  <a:pt x="1647464" y="2852753"/>
                </a:lnTo>
                <a:lnTo>
                  <a:pt x="0" y="28527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23287" y="205369"/>
            <a:ext cx="284142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482" y="4562475"/>
            <a:ext cx="1973680" cy="42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36197" y="7488895"/>
            <a:ext cx="2961377" cy="42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 Vanilla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68378" y="9320523"/>
            <a:ext cx="698153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07616" y="2657132"/>
            <a:ext cx="5343033" cy="3272608"/>
          </a:xfrm>
          <a:custGeom>
            <a:avLst/>
            <a:gdLst/>
            <a:ahLst/>
            <a:cxnLst/>
            <a:rect r="r" b="b" t="t" l="l"/>
            <a:pathLst>
              <a:path h="3272608" w="5343033">
                <a:moveTo>
                  <a:pt x="0" y="0"/>
                </a:moveTo>
                <a:lnTo>
                  <a:pt x="5343033" y="0"/>
                </a:lnTo>
                <a:lnTo>
                  <a:pt x="5343033" y="3272607"/>
                </a:lnTo>
                <a:lnTo>
                  <a:pt x="0" y="327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77742" y="3328561"/>
            <a:ext cx="2976454" cy="1979342"/>
          </a:xfrm>
          <a:custGeom>
            <a:avLst/>
            <a:gdLst/>
            <a:ahLst/>
            <a:cxnLst/>
            <a:rect r="r" b="b" t="t" l="l"/>
            <a:pathLst>
              <a:path h="1979342" w="2976454">
                <a:moveTo>
                  <a:pt x="0" y="0"/>
                </a:moveTo>
                <a:lnTo>
                  <a:pt x="2976454" y="0"/>
                </a:lnTo>
                <a:lnTo>
                  <a:pt x="2976454" y="1979342"/>
                </a:lnTo>
                <a:lnTo>
                  <a:pt x="0" y="1979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48162" y="5229190"/>
            <a:ext cx="3353551" cy="3726168"/>
          </a:xfrm>
          <a:custGeom>
            <a:avLst/>
            <a:gdLst/>
            <a:ahLst/>
            <a:cxnLst/>
            <a:rect r="r" b="b" t="t" l="l"/>
            <a:pathLst>
              <a:path h="3726168" w="3353551">
                <a:moveTo>
                  <a:pt x="0" y="0"/>
                </a:moveTo>
                <a:lnTo>
                  <a:pt x="3353552" y="0"/>
                </a:lnTo>
                <a:lnTo>
                  <a:pt x="3353552" y="3726168"/>
                </a:lnTo>
                <a:lnTo>
                  <a:pt x="0" y="3726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2292" y="205369"/>
            <a:ext cx="590341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Code e Persistenza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5708" y="5061059"/>
            <a:ext cx="3940522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Laravel Jobs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8466" y="9330414"/>
            <a:ext cx="69294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612121" y="3438165"/>
            <a:ext cx="3063758" cy="3140352"/>
          </a:xfrm>
          <a:custGeom>
            <a:avLst/>
            <a:gdLst/>
            <a:ahLst/>
            <a:cxnLst/>
            <a:rect r="r" b="b" t="t" l="l"/>
            <a:pathLst>
              <a:path h="3140352" w="3063758">
                <a:moveTo>
                  <a:pt x="0" y="0"/>
                </a:moveTo>
                <a:lnTo>
                  <a:pt x="3063758" y="0"/>
                </a:lnTo>
                <a:lnTo>
                  <a:pt x="3063758" y="3140352"/>
                </a:lnTo>
                <a:lnTo>
                  <a:pt x="0" y="314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02795" y="205369"/>
            <a:ext cx="928241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 Storage e Gestione 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9228" y="9330414"/>
            <a:ext cx="65142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751943" y="1751943"/>
            <a:ext cx="9258300" cy="5754414"/>
            <a:chOff x="0" y="0"/>
            <a:chExt cx="6212051" cy="3861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2051" cy="3861045"/>
            </a:xfrm>
            <a:custGeom>
              <a:avLst/>
              <a:gdLst/>
              <a:ahLst/>
              <a:cxnLst/>
              <a:rect r="r" b="b" t="t" l="l"/>
              <a:pathLst>
                <a:path h="3861045" w="6212051">
                  <a:moveTo>
                    <a:pt x="6212051" y="3861045"/>
                  </a:moveTo>
                  <a:lnTo>
                    <a:pt x="0" y="3861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</p:grpSp>
      <p:sp>
        <p:nvSpPr>
          <p:cNvPr name="AutoShape 6" id="6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115847" y="3336859"/>
            <a:ext cx="2320942" cy="2320942"/>
          </a:xfrm>
          <a:custGeom>
            <a:avLst/>
            <a:gdLst/>
            <a:ahLst/>
            <a:cxnLst/>
            <a:rect r="r" b="b" t="t" l="l"/>
            <a:pathLst>
              <a:path h="2320942" w="2320942">
                <a:moveTo>
                  <a:pt x="0" y="0"/>
                </a:moveTo>
                <a:lnTo>
                  <a:pt x="2320942" y="0"/>
                </a:lnTo>
                <a:lnTo>
                  <a:pt x="2320942" y="2320942"/>
                </a:lnTo>
                <a:lnTo>
                  <a:pt x="0" y="2320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15282" y="3190209"/>
            <a:ext cx="2614244" cy="2614244"/>
          </a:xfrm>
          <a:custGeom>
            <a:avLst/>
            <a:gdLst/>
            <a:ahLst/>
            <a:cxnLst/>
            <a:rect r="r" b="b" t="t" l="l"/>
            <a:pathLst>
              <a:path h="2614244" w="2614244">
                <a:moveTo>
                  <a:pt x="0" y="0"/>
                </a:moveTo>
                <a:lnTo>
                  <a:pt x="2614243" y="0"/>
                </a:lnTo>
                <a:lnTo>
                  <a:pt x="2614243" y="2614243"/>
                </a:lnTo>
                <a:lnTo>
                  <a:pt x="0" y="2614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40597" y="205369"/>
            <a:ext cx="9206805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Parsing richieste e risposte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11366" y="5818058"/>
            <a:ext cx="23299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Bedrock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91161" y="5818058"/>
            <a:ext cx="226248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AWS SDK for PHP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6234" y="9330414"/>
            <a:ext cx="697409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100000">
            <a:off x="-2591675" y="8025966"/>
            <a:ext cx="5914518" cy="0"/>
          </a:xfrm>
          <a:prstGeom prst="line">
            <a:avLst/>
          </a:prstGeom>
          <a:ln cap="flat" w="9525">
            <a:solidFill>
              <a:srgbClr val="0620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0910" y="8048773"/>
            <a:ext cx="2133412" cy="2089675"/>
          </a:xfrm>
          <a:custGeom>
            <a:avLst/>
            <a:gdLst/>
            <a:ahLst/>
            <a:cxnLst/>
            <a:rect r="r" b="b" t="t" l="l"/>
            <a:pathLst>
              <a:path h="2089675" w="2133412">
                <a:moveTo>
                  <a:pt x="0" y="0"/>
                </a:moveTo>
                <a:lnTo>
                  <a:pt x="2133412" y="0"/>
                </a:lnTo>
                <a:lnTo>
                  <a:pt x="2133412" y="2089675"/>
                </a:lnTo>
                <a:lnTo>
                  <a:pt x="0" y="20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5109" y="4331970"/>
            <a:ext cx="797778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GRAZIE DELL'ATTENZIONE!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93708" y="9464201"/>
            <a:ext cx="68386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DAHJ-qh6C_Q</dc:identifier>
  <dcterms:modified xsi:type="dcterms:W3CDTF">2011-08-01T06:04:30Z</dcterms:modified>
  <cp:revision>1</cp:revision>
  <dc:title>Gruppo 19 - A.A 2025/2026</dc:title>
</cp:coreProperties>
</file>